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c452561cbe4a36" /><Relationship Type="http://schemas.openxmlformats.org/officeDocument/2006/relationships/extended-properties" Target="/docProps/app.xml" Id="R41572807a26d43f9" /><Relationship Type="http://schemas.openxmlformats.org/officeDocument/2006/relationships/officeDocument" Target="/ppt/presentation.xml" Id="R76acf38df0d742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cef8b5b0a44476"/>
  </p:sldMasterIdLst>
  <p:notesMasterIdLst>
    <p:notesMasterId xmlns:r="http://schemas.openxmlformats.org/officeDocument/2006/relationships" r:id="R099413f1d4e04bba"/>
  </p:notesMasterIdLst>
  <p:sldIdLst>
    <p:sldId xmlns:r="http://schemas.openxmlformats.org/officeDocument/2006/relationships" id="256" r:id="Reae69477db394bcc"/>
    <p:sldId xmlns:r="http://schemas.openxmlformats.org/officeDocument/2006/relationships" id="257" r:id="R9bcde8a5d3b64e6b"/>
    <p:sldId xmlns:r="http://schemas.openxmlformats.org/officeDocument/2006/relationships" id="258" r:id="R2ef645ff289847b8"/>
    <p:sldId xmlns:r="http://schemas.openxmlformats.org/officeDocument/2006/relationships" id="259" r:id="Rb614d4da3ea94be7"/>
    <p:sldId xmlns:r="http://schemas.openxmlformats.org/officeDocument/2006/relationships" id="260" r:id="R59ad6adb649544b4"/>
    <p:sldId xmlns:r="http://schemas.openxmlformats.org/officeDocument/2006/relationships" id="261" r:id="R4c9254ea5c9344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83bc65f6e64967" /><Relationship Type="http://schemas.openxmlformats.org/officeDocument/2006/relationships/slideMaster" Target="/ppt/slideMasters/slideMaster1.xml" Id="Re7cef8b5b0a44476" /><Relationship Type="http://schemas.openxmlformats.org/officeDocument/2006/relationships/notesMaster" Target="/ppt/notesMasters/notesMaster1.xml" Id="R099413f1d4e04bba" /><Relationship Type="http://schemas.openxmlformats.org/officeDocument/2006/relationships/presProps" Target="/ppt/presProps.xml" Id="Rc30a9e52fcbb4ac6" /><Relationship Type="http://schemas.openxmlformats.org/officeDocument/2006/relationships/tableStyles" Target="/ppt/tableStyles.xml" Id="Rfcddc992fea24e2c" /><Relationship Type="http://schemas.openxmlformats.org/officeDocument/2006/relationships/slide" Target="/ppt/slides/slide1.xml" Id="Reae69477db394bcc" /><Relationship Type="http://schemas.openxmlformats.org/officeDocument/2006/relationships/slide" Target="/ppt/slides/slide2.xml" Id="R9bcde8a5d3b64e6b" /><Relationship Type="http://schemas.openxmlformats.org/officeDocument/2006/relationships/slide" Target="/ppt/slides/slide3.xml" Id="R2ef645ff289847b8" /><Relationship Type="http://schemas.openxmlformats.org/officeDocument/2006/relationships/slide" Target="/ppt/slides/slide4.xml" Id="Rb614d4da3ea94be7" /><Relationship Type="http://schemas.openxmlformats.org/officeDocument/2006/relationships/slide" Target="/ppt/slides/slide5.xml" Id="R59ad6adb649544b4" /><Relationship Type="http://schemas.openxmlformats.org/officeDocument/2006/relationships/slide" Target="/ppt/slides/slide6.xml" Id="R4c9254ea5c9344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48c36bfd4c45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4017dc5dcb4eec" /><Relationship Type="http://schemas.openxmlformats.org/officeDocument/2006/relationships/notesMaster" Target="/ppt/notesMasters/notesMaster1.xml" Id="Ref4f6001515f4d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e596b7bde44421" /><Relationship Type="http://schemas.openxmlformats.org/officeDocument/2006/relationships/notesMaster" Target="/ppt/notesMasters/notesMaster1.xml" Id="R6e4449f71f6344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d39f3960c04e1b" /><Relationship Type="http://schemas.openxmlformats.org/officeDocument/2006/relationships/notesMaster" Target="/ppt/notesMasters/notesMaster1.xml" Id="Rf131ef5e418e47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c53dbbba254389" /><Relationship Type="http://schemas.openxmlformats.org/officeDocument/2006/relationships/notesMaster" Target="/ppt/notesMasters/notesMaster1.xml" Id="R912ddf8b88ca45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12f38fe3704e6a" /><Relationship Type="http://schemas.openxmlformats.org/officeDocument/2006/relationships/notesMaster" Target="/ppt/notesMasters/notesMaster1.xml" Id="R164d53c7b00040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f663f0a4d342cd" /><Relationship Type="http://schemas.openxmlformats.org/officeDocument/2006/relationships/notesMaster" Target="/ppt/notesMasters/notesMaster1.xml" Id="R5ff96187bc424a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开场介绍讨论、记录与后续行动的使用场景。右侧是演示文稿，左侧保留当前真实只读网页。品牌素材来自项目 public/brand/mascot.png。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指向左侧原话区域，说明网页展示已经到达服务器的记录。说话线索与人工核对分别处理，不把未核对的身份当作确定事实。产品依据：已实现的只读历史页与来源保护。</a:t>
            </a:r>
          </a:p>
          <a:p xmlns:a="http://schemas.openxmlformats.org/drawingml/2006/main">
            <a:r>
              <a:t>图片来源：项目公开前端示例 public/board-shots/c06-session-transcript.jpg。该图片不代表本次真实会议数据。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演示左侧实时整理区域。每20秒是调度与软目标，不承诺固定完成时延；无新增不调用，上一轮未完成不叠加。依据：docs/live-speed-and-empty-draft-20261017.md。</a:t>
            </a:r>
          </a:p>
          <a:p xmlns:a="http://schemas.openxmlformats.org/drawingml/2006/main">
            <a:r>
              <a:t>图片来源：项目公开前端示例 public/board-shots/c21-session-live.jpg。该图片不代表本次真实会议数据。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展开一项原话依据并回到原句，说明候选保持待核对。不是把模型整理当作原话、人工确认或任务完成。产品依据：live_minutes来源绑定及funnel-live引用跳转。</a:t>
            </a:r>
          </a:p>
          <a:p xmlns:a="http://schemas.openxmlformats.org/drawingml/2006/main">
            <a:r>
              <a:t>图片来源：项目公开前端示例 public/board-shots/c05-session-detail.jpg。该图片不代表本次真实会议数据。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结束后回看整理草稿与正式纪要的独立状态。没有正式事项也可以有有来源的小结。人工核对与外发继续独立，不宣称自动创建或执行任务。产品依据：AGENTS.md的任务核对与外发要求。</a:t>
            </a:r>
          </a:p>
          <a:p xmlns:a="http://schemas.openxmlformats.org/drawingml/2006/main">
            <a:r>
              <a:t>图片来源：项目公开前端示例 public/board-shots/t30-task-review-draft.jpg。该图片不代表本次真实会议数据。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回到双栏演示。展示翻页、会议原话滚动、比例调整与单侧放大。两边保持独立，不把翻PPT解释为新模型调用。可在现场选择已授权会议，页面继续沿用原读取范围。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3a32cf9da4b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fe3270bbd6471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402654acf14a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3ca76600db4a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bb4b69a5314d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3b838bea046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673B2A-3C76-4169-B411-6E4390AFB4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08A9FC-C783-43C5-A08F-F7445FEC3C3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D3F32AE-B05D-4470-A78C-C952576025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1D4786-DAB2-4887-B9AB-6AE5543E6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8A2C53-1ED9-4BCD-AF6E-9E71DD2B4B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C5BF61-179B-4EEF-BA8C-5526D00B2B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7D0EDD-DC4B-4F43-8633-8BF6CF468E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5338280-5635-47E5-B224-6FBBC10F49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7B5ABE-AEBF-4FF8-8787-4DB6E600F5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2A1A73-6048-4DA6-AAAA-DB22505BFA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0b25c0cb594a55" /><Relationship Type="http://schemas.openxmlformats.org/officeDocument/2006/relationships/slideLayout" Target="/ppt/slideLayouts/slideLayout1.xml" Id="R6a57ea11faaf4a5d" /><Relationship Type="http://schemas.openxmlformats.org/officeDocument/2006/relationships/slideLayout" Target="/ppt/slideLayouts/slideLayout2.xml" Id="R939a57bd8e6d4333" /><Relationship Type="http://schemas.openxmlformats.org/officeDocument/2006/relationships/slideLayout" Target="/ppt/slideLayouts/slideLayout3.xml" Id="R4c2adabd2379496c" /><Relationship Type="http://schemas.openxmlformats.org/officeDocument/2006/relationships/slideLayout" Target="/ppt/slideLayouts/slideLayout4.xml" Id="R1d8ca6b00ed44722" /><Relationship Type="http://schemas.openxmlformats.org/officeDocument/2006/relationships/slideLayout" Target="/ppt/slideLayouts/slideLayout5.xml" Id="R8886cfddcef04100" /><Relationship Type="http://schemas.openxmlformats.org/officeDocument/2006/relationships/slideLayout" Target="/ppt/slideLayouts/slideLayout6.xml" Id="R02887e3722d64d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57ea11faaf4a5d"/>
    <p:sldLayoutId xmlns:r="http://schemas.openxmlformats.org/officeDocument/2006/relationships" id="2147483650" r:id="R939a57bd8e6d4333"/>
    <p:sldLayoutId xmlns:r="http://schemas.openxmlformats.org/officeDocument/2006/relationships" id="2147483651" r:id="R4c2adabd2379496c"/>
    <p:sldLayoutId xmlns:r="http://schemas.openxmlformats.org/officeDocument/2006/relationships" id="2147483652" r:id="R1d8ca6b00ed44722"/>
    <p:sldLayoutId xmlns:r="http://schemas.openxmlformats.org/officeDocument/2006/relationships" id="2147483653" r:id="R8886cfddcef04100"/>
    <p:sldLayoutId xmlns:r="http://schemas.openxmlformats.org/officeDocument/2006/relationships" id="2147483654" r:id="R02887e3722d64d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d64014b85f4d5e" /><Relationship Type="http://schemas.openxmlformats.org/officeDocument/2006/relationships/image" Target="/ppt/media/image.png" Id="R9d1fbcfa819c4321" /><Relationship Type="http://schemas.openxmlformats.org/officeDocument/2006/relationships/notesSlide" Target="/ppt/notesSlides/notesSlide1.xml" Id="Ref4393c04e2846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737abe9a864e2f" /><Relationship Type="http://schemas.openxmlformats.org/officeDocument/2006/relationships/image" Target="/ppt/media/image.jpeg" Id="R31e99e1ebc864098" /><Relationship Type="http://schemas.openxmlformats.org/officeDocument/2006/relationships/notesSlide" Target="/ppt/notesSlides/notesSlide2.xml" Id="R3be58adfdd634f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f5831aad244ba" /><Relationship Type="http://schemas.openxmlformats.org/officeDocument/2006/relationships/image" Target="/ppt/media/image2.jpeg" Id="Rf9a5d2835f5346ea" /><Relationship Type="http://schemas.openxmlformats.org/officeDocument/2006/relationships/notesSlide" Target="/ppt/notesSlides/notesSlide3.xml" Id="R6fde51a34cc347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5bf56291a240b8" /><Relationship Type="http://schemas.openxmlformats.org/officeDocument/2006/relationships/image" Target="/ppt/media/image3.jpeg" Id="R075b5806e71b49d0" /><Relationship Type="http://schemas.openxmlformats.org/officeDocument/2006/relationships/notesSlide" Target="/ppt/notesSlides/notesSlide4.xml" Id="R953ce781ed2249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971d81f395479a" /><Relationship Type="http://schemas.openxmlformats.org/officeDocument/2006/relationships/image" Target="/ppt/media/image4.jpeg" Id="Ra27051be64d24236" /><Relationship Type="http://schemas.openxmlformats.org/officeDocument/2006/relationships/notesSlide" Target="/ppt/notesSlides/notesSlide5.xml" Id="R51881d159ba748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747287498c447a" /><Relationship Type="http://schemas.openxmlformats.org/officeDocument/2006/relationships/notesSlide" Target="/ppt/notesSlides/notesSlide6.xml" Id="R7a3b71cf7a2442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B0B4E-A709-4B84-98C5-5B36851B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rPr>
              <a:t>Oops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67CDD-3943-49D2-9045-CC148240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09E48-1BE5-42AA-888E-A83A13CB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7200" b="1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7200" b="1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200" b="1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rPr>
              <a:t>Oops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33B9E-26E7-47D1-9FC7-4C1E2C23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685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rPr>
              <a:t>边讨论，</a:t>
            </a:r>
          </a:p>
          <a:p xmlns:a="http://schemas.openxmlformats.org/drawingml/2006/main">
            <a:pPr>
              <a:defRPr sz="4650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rPr>
              <a:t>边留下重点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3A3C1-E47B-4719-B710-7500339F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rPr>
              <a:t>原话、整理与后续行动，放在一起。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C300F-0686-4CB2-B598-DB5315005F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fbcfa819c4321"/>
          <a:stretch xmlns:a="http://schemas.openxmlformats.org/drawingml/2006/main"/>
        </p:blipFill>
        <p:spPr>
          <a:xfrm xmlns:a="http://schemas.openxmlformats.org/drawingml/2006/main">
            <a:off x="7791450" y="2383777"/>
            <a:ext cx="3714750" cy="24714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013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2860F-E932-4AC2-9980-32E27EEB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rPr>
              <a:t>Oops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FE0FE-A487-4BD3-9175-D6F5AAFE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211D2-0EA2-42BD-A96D-C6B66453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350" b="1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rPr>
              <a:t>原话是共同起点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2F603-E92D-4BC9-AAC3-12C1DBCB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rPr>
              <a:t>现场说过什么，</a:t>
            </a:r>
          </a:p>
          <a:p xmlns:a="http://schemas.openxmlformats.org/drawingml/2006/main">
            <a:pPr>
              <a:def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rPr>
              <a:t>回看时仍有原句可循。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CE7B3-6699-464D-B62D-758DC3C0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9175"/>
            <a:ext cx="6715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rPr>
              <a:t>保留时间、说话线索与来源。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C9AA3-E067-497F-888F-D33C844423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99e1ebc864098"/>
          <a:stretch xmlns:a="http://schemas.openxmlformats.org/drawingml/2006/main"/>
        </p:blipFill>
        <p:spPr>
          <a:xfrm xmlns:a="http://schemas.openxmlformats.org/drawingml/2006/main">
            <a:off x="8468703" y="438150"/>
            <a:ext cx="2988894" cy="5657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8B0A7-E044-4DF0-A085-17289BBB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229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rPr>
              <a:t>界面示例</a:t>
            </a:r>
          </a:p>
        </p:txBody>
      </p:sp>
    </p:spTree>
    <p:extLst>
      <p:ext uri="{BB962C8B-B14F-4D97-AF65-F5344CB8AC3E}">
        <p14:creationId xmlns:p14="http://schemas.microsoft.com/office/powerpoint/2010/main" val="8135255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7C531-B875-4816-A544-8C7BD79A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rPr>
              <a:t>Oops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8F552-5024-4275-BFE8-958FE0D8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477DD-DBEE-42EB-AF2F-2F8DE953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350" b="1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rPr>
              <a:t>会中逐步整理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EF5D7-11E1-4C94-964C-B10CE087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rPr>
              <a:t>有新原话，才更新草稿。</a:t>
            </a:r>
          </a:p>
          <a:p xmlns:a="http://schemas.openxmlformats.org/drawingml/2006/main">
            <a:pPr>
              <a:def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rPr>
              <a:t>小结、候选事项与分歧，</a:t>
            </a:r>
          </a:p>
          <a:p xmlns:a="http://schemas.openxmlformats.org/drawingml/2006/main">
            <a:pPr>
              <a:def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rPr>
              <a:t>随着讨论逐步清楚。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1144B-07CB-4666-BF3B-F84A9525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9175"/>
            <a:ext cx="6715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rPr>
              <a:t>覆盖进度与实际耗时一起可见。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E9705-D65C-43AF-8946-B6EB8C36FF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5d2835f5346ea"/>
          <a:stretch xmlns:a="http://schemas.openxmlformats.org/drawingml/2006/main"/>
        </p:blipFill>
        <p:spPr>
          <a:xfrm xmlns:a="http://schemas.openxmlformats.org/drawingml/2006/main">
            <a:off x="8468703" y="438150"/>
            <a:ext cx="2988894" cy="5657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3BF10-C6A9-482A-8B82-F68E0413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229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rPr>
              <a:t>界面示例</a:t>
            </a:r>
          </a:p>
        </p:txBody>
      </p:sp>
    </p:spTree>
    <p:extLst>
      <p:ext uri="{BB962C8B-B14F-4D97-AF65-F5344CB8AC3E}">
        <p14:creationId xmlns:p14="http://schemas.microsoft.com/office/powerpoint/2010/main" val="16810576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272D5-2AA5-49EF-8A6F-BBA637F9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rPr>
              <a:t>Oops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ACBB4-311D-4615-B1EC-AF485E60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00E5A-D5AF-4629-8EA9-1F34EF84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350" b="1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rPr>
              <a:t>每项都能回看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C4040-51BA-49B0-9561-3F2B3D96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rPr>
              <a:t>看到一条结论，</a:t>
            </a:r>
          </a:p>
          <a:p xmlns:a="http://schemas.openxmlformats.org/drawingml/2006/main">
            <a:pPr>
              <a:def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rPr>
              <a:t>也能找到它来自哪句话。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D3FBE-8009-456F-9118-6BADACE4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9175"/>
            <a:ext cx="6715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rPr>
              <a:t>原话与整理分开，采用前由人核对。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E429C-57D7-47C7-999A-EE47D3FF71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b5806e71b49d0"/>
          <a:stretch xmlns:a="http://schemas.openxmlformats.org/drawingml/2006/main"/>
        </p:blipFill>
        <p:spPr>
          <a:xfrm xmlns:a="http://schemas.openxmlformats.org/drawingml/2006/main">
            <a:off x="8468703" y="438150"/>
            <a:ext cx="2988894" cy="5657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62CBC-B89E-493C-8D13-80ABDCB5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229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rPr>
              <a:t>界面示例</a:t>
            </a:r>
          </a:p>
        </p:txBody>
      </p:sp>
    </p:spTree>
    <p:extLst>
      <p:ext uri="{BB962C8B-B14F-4D97-AF65-F5344CB8AC3E}">
        <p14:creationId xmlns:p14="http://schemas.microsoft.com/office/powerpoint/2010/main" val="13652050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2A9DC-5698-413A-BEB6-9B3AE3B0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rPr>
              <a:t>Oops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5B9EB-6D5A-4127-AFA4-3D59A23A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89093-41D8-4447-B435-E3F1C20C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350" b="1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rPr>
              <a:t>会后继续推进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6F19A-4752-4AA6-BF97-CF70FF18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rPr>
              <a:t>回看小结与纪要，</a:t>
            </a:r>
          </a:p>
          <a:p xmlns:a="http://schemas.openxmlformats.org/drawingml/2006/main">
            <a:pPr>
              <a:def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rPr>
              <a:t>核对待办、决定和未决问题。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95368-ACE7-4C32-B066-E4EE435A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9175"/>
            <a:ext cx="6715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rPr>
              <a:t>负责人和下一步，明确后再行动。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57F63-63D2-4E1B-922B-BCAFC8B978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051be64d24236"/>
          <a:stretch xmlns:a="http://schemas.openxmlformats.org/drawingml/2006/main"/>
        </p:blipFill>
        <p:spPr>
          <a:xfrm xmlns:a="http://schemas.openxmlformats.org/drawingml/2006/main">
            <a:off x="8468703" y="438150"/>
            <a:ext cx="2988894" cy="5657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20F95-B620-4911-81F0-639A4851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229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rPr>
              <a:t>界面示例</a:t>
            </a:r>
          </a:p>
        </p:txBody>
      </p:sp>
    </p:spTree>
    <p:extLst>
      <p:ext uri="{BB962C8B-B14F-4D97-AF65-F5344CB8AC3E}">
        <p14:creationId xmlns:p14="http://schemas.microsoft.com/office/powerpoint/2010/main" val="921111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C17D3-97CD-46CF-B288-F2E4B110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rPr>
              <a:t>Oops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BBC85-776C-464D-B877-9A2C5746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C38F4-FFE5-4F91-A850-2DEB325F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00" b="1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rPr>
              <a:t>讲解与现场同屏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F8BAD-66AA-41DC-97F1-C6D7289A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050" b="1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24202D"/>
                </a:solidFill>
                <a:latin typeface="Hiragino Sans GB"/>
                <a:ea typeface="Hiragino Sans GB"/>
                <a:cs typeface="Hiragino Sans GB"/>
              </a:rPr>
              <a:t>PPT 讲重点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C768F-696C-410B-8964-586E629D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050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7952C6"/>
                </a:solidFill>
                <a:latin typeface="Hiragino Sans GB"/>
                <a:ea typeface="Hiragino Sans GB"/>
                <a:cs typeface="Hiragino Sans GB"/>
              </a:rPr>
              <a:t>网页看实际过程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DA8B3-962C-4BAF-ACFE-3DD8193F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746C80"/>
                </a:solidFill>
                <a:latin typeface="Hiragino Sans GB"/>
                <a:ea typeface="Hiragino Sans GB"/>
                <a:cs typeface="Hiragino Sans GB"/>
              </a:rPr>
              <a:t>翻页、浏览与布局各自独立。</a:t>
            </a:r>
          </a:p>
        </p:txBody>
      </p:sp>
    </p:spTree>
    <p:extLst>
      <p:ext uri="{BB962C8B-B14F-4D97-AF65-F5344CB8AC3E}">
        <p14:creationId xmlns:p14="http://schemas.microsoft.com/office/powerpoint/2010/main" val="10418420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2026-10-16T18:03:57.8490000Z</dcterms:created>
  <dcterms:modified xsi:type="dcterms:W3CDTF">2026-10-16T18:03:57.8490000Z</dcterms:modified>
</coreProperties>
</file>